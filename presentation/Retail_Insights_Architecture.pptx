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86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0D2FF"/>
                </a:solidFill>
              </a:defRPr>
            </a:pPr>
            <a:r>
              <a:t>Retail Insights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FFFFF"/>
                </a:solidFill>
              </a:defRPr>
            </a:pPr>
            <a:r>
              <a:t>Multi-Agent Architecture for Retail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LangGraph  •  Google Gemini  •  DuckDB  •  Streamlit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Blend360 GEN-AI Interview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│                              LangGraph State Machine                                    │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│                                                                                         │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│   User Query ──▶ [Prompt Guard] ──▶ [Query Understanding] ──▶ [Data Extraction] ──▶ [Validation] ──▶ Response   │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│                   │ Regex + LLM      │ Intent + Entities      │ SQL Generation      │ Result Check   │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│                   │ (blocked→END)    │ (chat history)         │ + Execution          │ + Formatting   │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│                                                                       ▲                    │          │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│                                                                       └── retry (max 2) ───┘          │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   Streamlit UI                                                    DuckDB (In-Memory)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   ├─ Chat Interface                                               ├─ amazon_sales (129K rows)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   ├─ File Uploader (CSV/Excel/JSON/TXT)                           ├─ international_sales (37K rows)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   ├─ Summarize All Data                                           ├─ inventory (9K rows)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   └─ SQL Transparency (View Query)                                ├─ product_pricing_2021 (1.3K rows)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                                                                   └─ product_pricing_2022 (1.3K rows)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4-Node Agent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743200" cy="25603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363"/>
                </a:solidFill>
              </a:defRPr>
            </a:pPr>
            <a:r>
              <a:t>1. Prompt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Two-layer security gate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Layer 1: 18 regex patterns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(injection, jailbreak, SQL attacks)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Layer 2: Gemini LLM classifier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Fail-open if LLM guard errors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Blocks → immediate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097280"/>
            <a:ext cx="2743200" cy="25603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18872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2. Query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55448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Parses natural language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Extracts intent: summarization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  or question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Extracts entities: time, category,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  region, metric, status, etc.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Uses chat history for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97280"/>
            <a:ext cx="2743200" cy="25603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F43"/>
                </a:solidFill>
              </a:defRPr>
            </a:pPr>
            <a:r>
              <a:t>3. Data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5448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Generates DuckDB SQL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Schema-aware (injected metadata)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SQL sanitization (blocks DROP,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  DELETE, ALTER, etc.)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Executes against DuckDB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Chat history for follow-ups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097280"/>
            <a:ext cx="2743200" cy="25603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18872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55EEA"/>
                </a:solidFill>
              </a:defRPr>
            </a:pPr>
            <a:r>
              <a:t>4.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155448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Checks for SQL errors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Validates result correctness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LLM formats response with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  INR currency, bullet points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Triggers retry (max 2 attempts)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Graceful fallback on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State Management: 5 sub-dictionaries (input, context, parsed, result, control) isolate agent data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Conditional Edges: after_guard() routes blocked/safe; should_retry() routes retry/end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LLM Integration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3657600" cy="22860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2FF"/>
                </a:solidFill>
              </a:defRPr>
            </a:pPr>
            <a:r>
              <a:t>Model: Google 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gemini-3.1-flash-lite-preview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Low latency, cost-effective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JSON mode for structured output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Temperature 0 for deterministic SQL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Temperature 0.3 for response formatting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097280"/>
            <a:ext cx="3657600" cy="22860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Schema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5448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Dynamic schema built from DuckDB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Table names, column names + types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Sample values for VARCHAR columns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Injected into all agent prompts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Updates after file upload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97280"/>
            <a:ext cx="3657600" cy="22860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F43"/>
                </a:solidFill>
              </a:defRPr>
            </a:pPr>
            <a:r>
              <a:t>Prompt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55448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Role assignment per agent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Explicit output format (JSON/SQL)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Constraint rules (DuckDB syntax)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Error context for self-correction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Chat history for follow-ups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Key Design: Each LLM call has a focused job — understanding, SQL generation, and validation are separate.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This improves accuracy vs. a single monolithic prompt and enables independent optimization of each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Scalability Design — Data &amp; Storage (100GB+)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3657600" cy="25603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A. Data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PySpark/Dask batch ETL pipelines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Partitioned Parquet files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Incremental CDC ingestion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Data quality (Great Expectations)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10-100x scan reduction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097280"/>
            <a:ext cx="3657600" cy="25603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2FF"/>
                </a:solidFill>
              </a:defRPr>
            </a:pPr>
            <a:r>
              <a:t>B. Storage &amp; Indexing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544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Cloud warehouse: Snowflake/BigQuery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Data lake: S3/GCS with catalog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Materialized views for hot queries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Date + region partitioning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DuckDB SQL → direct translation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97280"/>
            <a:ext cx="3657600" cy="25603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F43"/>
                </a:solidFill>
              </a:defRPr>
            </a:pPr>
            <a:r>
              <a:t>C. Retrieval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5544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FAISS vector index for 100+ tables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RAG: retrieve schema → inject → SQL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Metadata pre-filtering by intent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Redis query caching with TTL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Reduces prompt tokens +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Current: In-memory DuckDB with 5 tables (~180K rows) — ideal for prototype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Production: Cloud warehouse handles auto-scaling, partitioning reduces scan cost, vector search selects relevant schemas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Scalability Design — Model &amp;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5486400" cy="25603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55EEA"/>
                </a:solidFill>
              </a:defRPr>
            </a:pPr>
            <a:r>
              <a:t>D. Model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Centralized prompt templates (prompts/templates.py)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LangGraph state machine — easy to add new agent nodes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Model routing: cheaper model for simple queries, larger for complex joins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Token budgeting: cap schema injection to top-k relevant tables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Query caching: in-memory (implemented), Redis for multi-user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LLM fallback: Gemini → GPT-4o backup on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097280"/>
            <a:ext cx="5486400" cy="25603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1887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363"/>
                </a:solidFill>
              </a:defRPr>
            </a:pPr>
            <a:r>
              <a:t>E. Monitoring &amp;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5544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LangSmith tracing: every agent call traced (already integrated)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SQL success rate, validation pass rate, user satisfaction tracking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Per-node latency: guard → understanding → extraction → validation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Error dashboards: spike alerts for SQL errors, empty results, blocks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Retry logic (max 2): already built with graceful fallback messages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Circuit breakers for API rate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LangSmith Dashboard: Traces every query end-to-end — input, output, latency per agent node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Cost Control: Model routing + token budgeting + caching = 3-5x cost reduction at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Example: End-to-End Query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User: "What are the top 5 product categories by total revenue?"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Step 1 — Prompt Guard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✓ Pattern check: no injection patterns found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✓ LLM check: classified as legitimate retail data query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→ Passes to Query Understanding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Step 2 — Query Understanding  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→ intent: "question"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→ entities: {metric: "revenue", table_hint: "amazon_sales"}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Step 3 — Data Extraction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→ Generated SQL: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 SELECT Category, SUM(Amount) AS total_revenue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 FROM amazon_sales WHERE Amount IS NOT NULL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 GROUP BY Category ORDER BY total_revenue DESC LIMIT 5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→ Sanitization: ✓ No dangerous statements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→ Execution: ✓ 5 rows returned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Step 4 — Validation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→ LLM confirms results are valid (5 categories, positive revenue values)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→ Formats response with INR currency, bullet points, and insight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→ Final response returned to Streamlit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Cost &amp; Performance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3657600" cy="3200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Current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Gemini Flash Lite: ~1-2s per call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4 LLM calls per query (guard,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  understand, extract, validate)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DuckDB query: &lt;100ms on 180K rows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Total latency: ~4-8s per query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Zero infrastructure cost (local)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097280"/>
            <a:ext cx="3657600" cy="3200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F43"/>
                </a:solidFill>
              </a:defRPr>
            </a:pPr>
            <a:r>
              <a:t>Cost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54480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Query caching: skip LLM for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  repeated questions (implemented)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Model routing: use cheaper model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  for simple queries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Token budgeting: inject only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  relevant schema (not all 5 tables)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Batch summarization: single complex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  query vs. multiple simple 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97280"/>
            <a:ext cx="3657600" cy="3200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55EEA"/>
                </a:solidFill>
              </a:defRPr>
            </a:pPr>
            <a:r>
              <a:t>Production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554480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Horizontal: Streamlit + load balancer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Vertical: Cloud DuckDB / Snowflake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Caching: Redis for cross-session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Monitoring: LangSmith traces all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  LLM calls with cost metadata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Target: &lt;3s p95 latency at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Key Tradeoff: More agents = better accuracy but higher latency. The 4-agent pipeline provides optimal balance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of security (guard), accuracy (separate understanding + extraction), and reliability (validation + retry).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